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69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621792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TEMPUS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Precision-Engineered HVAC Solutions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Rail &amp; Metro Transportation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2423160"/>
            <a:ext cx="22860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697480"/>
            <a:ext cx="5303520" cy="347472"/>
          </a:xfrm>
          <a:prstGeom prst="rect">
            <a:avLst/>
          </a:prstGeom>
          <a:solidFill>
            <a:srgbClr val="1D4E89">
              <a:alpha val="4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6974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Rail Car Builders / OEMs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36392"/>
            <a:ext cx="5303520" cy="347472"/>
          </a:xfrm>
          <a:prstGeom prst="rect">
            <a:avLst/>
          </a:prstGeom>
          <a:solidFill>
            <a:srgbClr val="1D4E89">
              <a:alpha val="4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363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Metro &amp; Transit Authorities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575304"/>
            <a:ext cx="5303520" cy="347472"/>
          </a:xfrm>
          <a:prstGeom prst="rect">
            <a:avLst/>
          </a:prstGeom>
          <a:solidFill>
            <a:srgbClr val="1D4E89">
              <a:alpha val="4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7530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Government / Indian Railways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640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HVAC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Products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1783080"/>
            <a:ext cx="118872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9202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8C0"/>
                </a:solidFill>
              </a:rPr>
              <a:t>Engineering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FA8C0"/>
                </a:solidFill>
              </a:rPr>
              <a:t>Capabilities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75120" y="2926080"/>
            <a:ext cx="118872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30632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8C0"/>
                </a:solidFill>
              </a:rPr>
              <a:t>End-to-End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8FA8C0"/>
                </a:solidFill>
              </a:rPr>
              <a:t>Delivery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" y="47548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www.duo-tempus.com  |  Rail Transportation Division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49A"/>
                </a:solidFill>
              </a:rPr>
              <a:t>WHO WE ARE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Tempus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46304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Rail HVAC company delivering climate-control solutions designed for the demanding requirements of high-speed trains, metro systems, and light rail networks across India and beyond.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77440"/>
            <a:ext cx="566928" cy="109728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7744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9A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0704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Focused Expertise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0704" y="2788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100% dedicated to rail &amp; metro HVAC — not a side business, but our core.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00600" y="237744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2377440"/>
            <a:ext cx="566928" cy="109728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37744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9A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95544" y="24688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Proven Track 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95544" y="278892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Successfully delivered HVAC systems on India's most advanced high-speed train programmes.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11880"/>
            <a:ext cx="566928" cy="109728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611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9A"/>
                </a:solidFill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60704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Standards Compliant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4023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Validated per NABL-accredited labs, ASHRAE 37, and Indian railway specifications.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0060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3611880"/>
            <a:ext cx="566928" cy="109728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611880"/>
            <a:ext cx="5669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49A"/>
                </a:solidFill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95544" y="3703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Client Partnership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95544" y="4023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From proposal to commissioning, we work alongside rail car builders and transit authorities.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49A"/>
                </a:solidFill>
              </a:rPr>
              <a:t>OUR PRODUCTS &amp; SOLUTIONS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FA8C0"/>
                </a:solidFill>
              </a:rPr>
              <a:t>HVAC systems engineered for every segment of rail transportation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788920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371600"/>
            <a:ext cx="2788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3716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HIGH-SPEED RAIL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Rooftop &amp; Underframe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HVAC Units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3192" y="2670048"/>
            <a:ext cx="233172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788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Designed for speeds up to 200+ km/h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7472" y="3264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High-efficiency refrigeration cycle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7472" y="37398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Compact, lightweight construction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7472" y="42153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Vande Bharat Sleeper compatible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788920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371600"/>
            <a:ext cx="2788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3716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METRO / URBAN RAIL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Metro Car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Air-Conditioning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37560" y="2670048"/>
            <a:ext cx="233172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788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High passenger-density comfort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3264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Rapid cooling &amp; humidity control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291840" y="37398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Zone-based temperature management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291840" y="42153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Noise-optimised for urban deployment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1371600"/>
            <a:ext cx="2788920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371600"/>
            <a:ext cx="2788920" cy="47548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3716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LIGHT RAIL / TRAM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81928" y="193852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Light Rail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HVAC Systems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81928" y="2670048"/>
            <a:ext cx="233172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2788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Compact units for LRV profiles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36208" y="326440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ASHRAE 37 validated performance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36208" y="373989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Psychrometric lab tested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36208" y="421538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</a:rPr>
              <a:t>Modular design for easy maintenance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49A"/>
                </a:solidFill>
              </a:rPr>
              <a:t>ENGINEERING CAPABILITIES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expertise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phase.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874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</a:rPr>
              <a:t>From load calculation to control logic, our engineering team has the skills to design, validate and deliver Rail HVAC systems that meet the most stringent performance and safety standards.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914400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0" y="914400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078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Thermal Load Calculations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89120" y="14264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Accurate heat gain/loss modelling for every rail car type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914400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914400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0789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Heat Exchanger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66560" y="142646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Optimised coil geometry, fin design and refrigerant circuiting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0" y="2267712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0" y="2267712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Compressor &amp; Fan Selection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389120" y="277977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Capacity, redundancy and lifecycle-aligned component selection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2267712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2267712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43230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Airflow Management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66560" y="277977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CFD-informed duct design and diffuser placement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97680" y="3621024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97680" y="3621024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7856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Control Logic Development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389120" y="41330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Smart algorithms for comfort, efficiency and fault detection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75120" y="3621024"/>
            <a:ext cx="22402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0" y="3621024"/>
            <a:ext cx="2240280" cy="91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7856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E4A"/>
                </a:solidFill>
              </a:rPr>
              <a:t>System Balancing &amp; Testing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66560" y="413308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Full commissioning, balancing and in-situ performance verification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49A"/>
                </a:solidFill>
              </a:rPr>
              <a:t>END-TO-END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partner. Every stage.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33502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0"/>
                </a:solidFill>
              </a:rPr>
              <a:t>Duo Tempus manages the complete HVAC delivery lifecycle — so your team focuses on building trains, not chasing suppliers.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" y="1920240"/>
            <a:ext cx="1572768" cy="2834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29968"/>
            <a:ext cx="731520" cy="56692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299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Requirement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401568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</a:rPr>
              <a:t>Specification review, ambient conditions, comfort targets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73936" y="2350008"/>
            <a:ext cx="192024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920240"/>
            <a:ext cx="1572768" cy="2834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86584" y="2029968"/>
            <a:ext cx="731520" cy="56692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86584" y="20299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039112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System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39112" y="3401568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</a:rPr>
              <a:t>Thermal modelling, component sizing, layout engineering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38728" y="2350008"/>
            <a:ext cx="192024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920240"/>
            <a:ext cx="1572768" cy="2834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51376" y="2029968"/>
            <a:ext cx="731520" cy="56692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20299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03904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Prototype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Integration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03904" y="3401568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</a:rPr>
              <a:t>Build, fit-check and system integration with rail car body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303520" y="2350008"/>
            <a:ext cx="192024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95544" y="1920240"/>
            <a:ext cx="1572768" cy="2834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16168" y="2029968"/>
            <a:ext cx="731520" cy="56692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20299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68696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Lab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68696" y="3401568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</a:rPr>
              <a:t>NABL-accredited &amp; psychrometric chamber testing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68312" y="2350008"/>
            <a:ext cx="192024" cy="7315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60336" y="1920240"/>
            <a:ext cx="1572768" cy="2834640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0" y="2029968"/>
            <a:ext cx="731520" cy="56692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202996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05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333488" y="27432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Production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49A"/>
                </a:solidFill>
              </a:rPr>
              <a:t>Readiness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33488" y="3401568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8C0"/>
                </a:solidFill>
              </a:rPr>
              <a:t>Manufacturing liaison, QA sign-off and documentation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49A"/>
                </a:solidFill>
              </a:rPr>
              <a:t>VALIDATION &amp; STANDARDS COMPLIANCE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3E50"/>
                </a:solidFill>
              </a:rPr>
              <a:t>Every Duo Tempus system is tested, validated and documented to the highest standards before delivery.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" y="14173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17320"/>
            <a:ext cx="2788920" cy="9144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417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NABL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92608" y="2011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Accredited Laboratory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24871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Performance testing at NABL-accredited facilities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" y="30175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Railway &amp; Metro HVAC unit validation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02336" y="354787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Objective, third-party verified results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" y="407822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Meets all IR/RDSO requirements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36976" y="14173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6976" y="1417320"/>
            <a:ext cx="2788920" cy="9144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36976" y="1417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ASHRAE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236976" y="2011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International Standard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24871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Testing per ASHRAE Standard 37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46704" y="30175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Rating of unitary air-conditioning &amp; heat pumps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354787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Psychrometric laboratory testing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46704" y="407822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International benchmark compliance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1417320"/>
            <a:ext cx="27889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1417320"/>
            <a:ext cx="2788920" cy="9144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4173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IN-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HOUSE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181344" y="201168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System Balancing &amp; QA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2487168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Full system balancing at commissioning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91072" y="3017520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Airflow, temperature &amp; pressure verification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91072" y="3547872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Comprehensive test reports &amp; data packages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91072" y="4078224"/>
            <a:ext cx="25786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2C3E50"/>
                </a:solidFill>
              </a:rPr>
              <a:t>Production readiness sign-off process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49A"/>
                </a:solidFill>
              </a:rPr>
              <a:t>MARKETS WE SERVE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partners with Duo Tempus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56032" y="1417320"/>
            <a:ext cx="2816352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417320"/>
            <a:ext cx="73152" cy="3493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50876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Rail Car Builders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&amp; OEMs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" y="226771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0"/>
                </a:solidFill>
              </a:rPr>
              <a:t>We integrate directly with the vehicle design process — providing HVAC packages that fit first time, every time. Our documentation and interface control drawings make your build programme smoother.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3291840"/>
            <a:ext cx="23774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34015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HVAC package supply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3767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Interface control drawings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" y="4133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Technical proposals &amp; BOQ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4498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Design feasibility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816352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17320"/>
            <a:ext cx="73152" cy="3493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50876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Metro &amp; Transit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Authorities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26771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0"/>
                </a:solidFill>
              </a:rPr>
              <a:t>Transit authorities trust Duo Tempus for reliable, energy-efficient climate control in high-density passenger environments where downtime is not an option.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3291840"/>
            <a:ext cx="23774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4015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Metro car HVAC systems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767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Energy efficiency optimisation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4133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Lifecycle &amp; maintenance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4498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Commissioning support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44768" y="1417320"/>
            <a:ext cx="2816352" cy="3493008"/>
          </a:xfrm>
          <a:prstGeom prst="rect">
            <a:avLst/>
          </a:prstGeom>
          <a:solidFill>
            <a:srgbClr val="1A2E4A"/>
          </a:solidFill>
          <a:ln w="12700">
            <a:solidFill>
              <a:srgbClr val="2E86AB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417320"/>
            <a:ext cx="73152" cy="3493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1508760"/>
            <a:ext cx="2542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Government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0C49A"/>
                </a:solidFill>
              </a:rPr>
              <a:t>Indian Railways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27648" y="226771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C0"/>
                </a:solidFill>
              </a:rPr>
              <a:t>As demonstrated on the Vande Bharat Sleeper programme, we deliver complex HVAC solutions aligned with Indian Railways standards and RDSO specifications.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327648" y="3291840"/>
            <a:ext cx="2377440" cy="365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40156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Vande Bharat programme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27648" y="376732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RDSO spec compliance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27648" y="413308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NABL test documentation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27648" y="44988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Formal engineering reports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49A"/>
                </a:solidFill>
              </a:rPr>
              <a:t>WHY DUO TEMPUS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46304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360°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End-to-End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Ownership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50592" y="868680"/>
            <a:ext cx="1965960" cy="146304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144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NABL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Accredited Lab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Validated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26864" y="868680"/>
            <a:ext cx="1965960" cy="146304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144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ASHRAE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37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International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Standard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03136" y="868680"/>
            <a:ext cx="1965960" cy="146304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144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Zero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C49A"/>
                </a:solidFill>
              </a:rPr>
              <a:t>Miss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Milestones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57860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578608"/>
            <a:ext cx="73152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700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Specialist Focus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990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We work exclusively in rail HVAC — giving clients unmatched domain depth and zero distraction.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54880" y="257860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78608"/>
            <a:ext cx="73152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67004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Design-to-Delivery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990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One team handles requirements, engineering, testing and documentation — no handoff gaps.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7472" y="376732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67328"/>
            <a:ext cx="73152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38587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Collaborative Approach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Our engineers embed with your programme teams — manufacturing, quality, sourcing, testing.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767328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767328"/>
            <a:ext cx="73152" cy="10515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587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Documentation Excellence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1788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</a:rPr>
              <a:t>Proposal, design, test and production documents prepared to rail industry standards.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D4E89"/>
          </a:solidFill>
          <a:ln w="12700">
            <a:solidFill>
              <a:srgbClr val="1D4E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C49A"/>
                </a:solidFill>
              </a:rPr>
              <a:t>LET'S BUILD TOGETHER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 Tempus.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487168"/>
            <a:ext cx="3657600" cy="64008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33472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0"/>
                </a:solidFill>
              </a:rPr>
              <a:t>Whether you are designing a new fleet, upgrading existing systems, or need a trusted HVAC partner for a major rail programme — Duo Tempus is ready.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661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Website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89888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www.duo-tempus.com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776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89888" y="3977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FFFFFF"/>
                </a:solidFill>
              </a:rPr>
              <a:t>Iduotempus.india@</a:t>
            </a:r>
            <a:r>
              <a:rPr lang="en-US" sz="1200" err="1">
                <a:solidFill>
                  <a:srgbClr val="FFFFFF"/>
                </a:solidFill>
              </a:rPr>
              <a:t>gmail</a:t>
            </a:r>
            <a:r>
              <a:rPr lang="en-US" sz="1200">
                <a:solidFill>
                  <a:srgbClr val="FFFFFF"/>
                </a:solidFill>
              </a:rPr>
              <a:t>.com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" cy="3200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891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Division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89888" y="4389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Rail Transportation HVAC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7315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Our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Services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Rail HVAC Products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2677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Engineering &amp; 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7066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Testing &amp;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145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Technical Proposals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58444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Project Delivery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821</Words>
  <Application>Microsoft Office PowerPoint</Application>
  <PresentationFormat>On-screen Show (16:9)</PresentationFormat>
  <Paragraphs>184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Duo Tempus – Rail HVAC Capabilities</dc:title>
  <dc:subject>PptxGenJS Presentation</dc:subject>
  <dc:creator>PptxGenJS</dc:creator>
  <cp:lastModifiedBy>Atul Yadav</cp:lastModifiedBy>
  <cp:revision>2</cp:revision>
  <dcterms:created xsi:type="dcterms:W3CDTF">2026-03-02T19:35:17Z</dcterms:created>
  <dcterms:modified xsi:type="dcterms:W3CDTF">2026-03-02T19:44:17Z</dcterms:modified>
</cp:coreProperties>
</file>